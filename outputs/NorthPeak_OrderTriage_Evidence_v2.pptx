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📦  NorthPeak Order Triage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5C8FF"/>
                </a:solidFill>
              </a:rPr>
              <a:t>L2 Capstone — Agentic SDLC Evidence Pack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9848" y="3429000"/>
            <a:ext cx="100584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</a:rPr>
              <a:t>LangGraph  ·  Claude API  ·  Streamlit  ·  Python 3.13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Solution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5120640" cy="2377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🔗  LangGraph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Five-node pipeline: classify → route → draft / escalate → audit.
Deterministic policy engine enforces routing rules; Claude API handles
NLP classification and reply drafting.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143000"/>
            <a:ext cx="5120640" cy="2377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2344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🖥  Streamlit Dashboard (4 pages)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6916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Triage a Ticket  — single-ticket real-time triage (Marcus)
• Queue Results    — filterable batch results table
• Priya's Escalations — urgency-sorted escalation queue
• Stats &amp; Eval     — charts, tier×route breakdown,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49039"/>
            <a:ext cx="5120640" cy="2377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84047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🧪  Test Suite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79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64 automated tests across 3 modules:
policy_engine (45) · nodes (10) · agent_loop (9)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749039"/>
            <a:ext cx="5120640" cy="2377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84047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📊 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297679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Held-out labeled dev set (12 tickets): 100% accuracy on
category, priority, and routing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— LangGraph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1920240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CLASSIFY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Claude API
NLP + category
extraction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011680"/>
            <a:ext cx="1920240" cy="2011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2103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ROUTE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56032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Policy Engine
Priority · Flags
Dest 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011680"/>
            <a:ext cx="1920240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103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56032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Claude API
Draft reply
for Marcus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011680"/>
            <a:ext cx="1920240" cy="2011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103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ESCALATE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56032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Claude API
Escalation
summary → Priya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2011680"/>
            <a:ext cx="1920240" cy="20116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2103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56032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AuditLogger
Timestamp ·
JSONL write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3017520"/>
            <a:ext cx="274320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09160" y="3017520"/>
            <a:ext cx="274320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563EB"/>
                </a:solidFill>
              </a:rPr>
              <a:t>route == marcus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160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C2626"/>
                </a:solidFill>
              </a:rPr>
              <a:t>route == priya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95160" y="3017520"/>
            <a:ext cx="2103120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2011680"/>
            <a:ext cx="91440" cy="20116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INPUT: order_id · customer_tier · text_note ·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OUTPUT: category · priority · route · rationale · draft_reply / escalation_summary · processed_at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Unit Test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474720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64 / 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ALL PASSED 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63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</a:rPr>
              <a:t>pytest 9.1.1  ·  Python 3.13  ·  1.02 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43000"/>
            <a:ext cx="690372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70832" y="1216152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Test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33872" y="12161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121615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Coverage area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691640"/>
            <a:ext cx="6903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764792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test_policy_engine.py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3872" y="17647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176479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Priority bumps · base priorities per category · routing logic · multi-issue tie-breaking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240280"/>
            <a:ext cx="690372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313432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test_nodes.py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3872" y="23134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3134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route_node · audit_node · classify_node (happy path &amp; fallback)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788920"/>
            <a:ext cx="6903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2862072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test_agent_loop.py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28620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28620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End-to-end graph: Marcus/Priya routing · fraud · premium escalation · audit · error propagation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4747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Test Categories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931920"/>
            <a:ext cx="6858000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40050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Priority bumps &amp; base priorities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40050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28 tests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4407408"/>
            <a:ext cx="6858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44805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Routing decisions (Marcus / Priya)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44805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12 tests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4882896"/>
            <a:ext cx="6858000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49560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End-to-end graph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49560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9 tests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5358384"/>
            <a:ext cx="6858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543153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Node unit tests (classify, audit, route)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543153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10 tests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5833872"/>
            <a:ext cx="6858000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590702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Multi-issue &amp; tie-breaking edge cases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590702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5 tests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Evaluation Accuracy — Labeled Dev Set (12 tickets)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383280" cy="1737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Category
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39" y="1097280"/>
            <a:ext cx="3383280" cy="1737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39" y="118872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39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12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9" y="23317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Priority
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8" y="1097280"/>
            <a:ext cx="3383280" cy="1737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8" y="118872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8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12 /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8" y="23317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Route
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063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Per-Category Breakdown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20440"/>
            <a:ext cx="219456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575304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address_change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3664" y="3575304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1/1 (100%)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16352" y="3520440"/>
            <a:ext cx="219456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07792" y="3575304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cancel_request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2816" y="3575304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1/1 (100%)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75504" y="3520440"/>
            <a:ext cx="219456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66944" y="3575304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damaged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3575304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2/2 (100%)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4656" y="3520440"/>
            <a:ext cx="219456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6096" y="3575304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delivery_delay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3575304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1/1 (100%)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93808" y="3520440"/>
            <a:ext cx="219456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85248" y="3575304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fraud_alert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20272" y="3575304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1/1 (100%)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941064"/>
            <a:ext cx="219456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995928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payment_issue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83664" y="3995928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1/1 (100%)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16352" y="3941064"/>
            <a:ext cx="219456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07792" y="3995928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product_question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42816" y="3995928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1/1 (100%)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75504" y="3941064"/>
            <a:ext cx="219456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66944" y="3995928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refund_request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01968" y="3995928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1/1 (100%)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34656" y="3941064"/>
            <a:ext cx="219456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26096" y="3995928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subscription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3995928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1/1 (100%)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93808" y="3941064"/>
            <a:ext cx="219456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85248" y="3995928"/>
            <a:ext cx="1426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wrong_item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20272" y="3995928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2/2 (100%)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All 10 categories classified correctly at HIGH confidence on the 12-ticket held-out dev 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Batch Queue Results — 54 Tickets Processed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2103120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7373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Total tickets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679192" y="1051560"/>
            <a:ext cx="2103120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109728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9192" y="17373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→ Marcus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38344" y="1051560"/>
            <a:ext cx="2103120" cy="12801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38344" y="109728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38344" y="17373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→ Priya (escalated)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97496" y="1051560"/>
            <a:ext cx="2103120" cy="12801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97496" y="109728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7496" y="17373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Flagged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56648" y="1051560"/>
            <a:ext cx="2103120" cy="1280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56648" y="109728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56648" y="17373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High confidence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25146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Priority Distribution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926080"/>
            <a:ext cx="118872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99923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URGENT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3017520"/>
            <a:ext cx="2468879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9" y="29992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566160"/>
            <a:ext cx="1188720" cy="502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63931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4480" y="3657600"/>
            <a:ext cx="1975104" cy="3200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21024" y="36393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206240"/>
            <a:ext cx="1188720" cy="50292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27939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" y="4297680"/>
            <a:ext cx="3456432" cy="32004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02352" y="42793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8A04"/>
                </a:solidFill>
              </a:rPr>
              <a:t>21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846320"/>
            <a:ext cx="11887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91947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54480" y="4937760"/>
            <a:ext cx="987552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33472" y="4919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514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Category Distribution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2926080"/>
            <a:ext cx="256032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30175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fraud_alert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0175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292608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40" y="30175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refund_request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64240" y="30175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3520440"/>
            <a:ext cx="256032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36118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damaged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36118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0" y="352044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35440" y="36118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payment_issue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36118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4114800"/>
            <a:ext cx="256032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42062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wrong_item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42062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0" y="411480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5440" y="42062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product_question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64240" y="42062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4709160"/>
            <a:ext cx="256032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48006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subscription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480060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00" y="470916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35440" y="48006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delivery_delay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64240" y="480060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0" y="5303520"/>
            <a:ext cx="256032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0" y="53949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address_change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1040" y="53949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44000" y="530352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35440" y="53949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cancel_request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64240" y="53949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004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Tier: Standard 27  ·  Plus 15  ·  Premium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App — Page 1: Triage a Ticket  (Persona: Marcus, Tier-1 Agent)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103120" cy="5897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10515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📦 NorthPeak
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" y="1737360"/>
            <a:ext cx="20116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▸ 🎯 Triage a Ticket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" y="2148840"/>
            <a:ext cx="201168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📋 Queue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" y="2560320"/>
            <a:ext cx="201168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" y="2606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🚨 Priya's Escalations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" y="2971800"/>
            <a:ext cx="201168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3017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📊 Stats &amp; 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1005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3A5F"/>
                </a:solidFill>
              </a:rPr>
              <a:t>Triage a Support Ticket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14630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Run the LangGraph agent on a single ticket in real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1828800"/>
            <a:ext cx="9601200" cy="13716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19202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</a:rPr>
              <a:t>Order 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2176272"/>
            <a:ext cx="19202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2316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ORD-DEMO-09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19202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</a:rPr>
              <a:t>Customer Tier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2176272"/>
            <a:ext cx="19202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premium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9202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</a:rPr>
              <a:t>Status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2176272"/>
            <a:ext cx="19202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new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192024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</a:rPr>
              <a:t>Customer Note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40680" y="2176272"/>
            <a:ext cx="6035040" cy="86868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32120" y="2212848"/>
            <a:ext cx="5852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The sneakers in the box are size 9, I ordered size 11. Please send the right size.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3291840"/>
            <a:ext cx="237744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98280" y="33192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▶  Run Triage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9848" y="3794760"/>
            <a:ext cx="9601200" cy="25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4028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✅  Triage complete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4251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Category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40280" y="4572000"/>
            <a:ext cx="210312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40280" y="45720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wrong_item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251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Priority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17720" y="4572000"/>
            <a:ext cx="210312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17720" y="45720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URGENT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4251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Route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95160" y="4572000"/>
            <a:ext cx="210312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5160" y="45720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🚨 PRIYA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4251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Confidence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72600" y="4572000"/>
            <a:ext cx="210312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72600" y="45720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40280" y="51206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Rationale: category=wrong_item confidence=high | premium-tier bump: HIGH→URGENT | premium customer with URGENT priority → escalate to Priya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40280" y="5669280"/>
            <a:ext cx="9601200" cy="6858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31720" y="5715000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</a:rPr>
              <a:t>🚨  Escalation Summary — for Priya
Premium customer ORD-DEMO-09 received wrong item (size 9 vs ordered size 11). Priority bumped to URGENT. Immediate replacement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App — Page 3: Priya's Escalation Queue  (Persona: Priya, Escalations Lead)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103120" cy="5897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10515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📦 NorthPeak
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" y="1737360"/>
            <a:ext cx="201168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🎯 Triage a Ticket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" y="2148840"/>
            <a:ext cx="201168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📋 Queue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" y="2560320"/>
            <a:ext cx="201168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" y="2606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▸ 🚨 Priya's Escalations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" y="2971800"/>
            <a:ext cx="201168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3017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📊 Stats &amp; 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1005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3A5F"/>
                </a:solidFill>
              </a:rPr>
              <a:t>Escalation 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14630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Tickets requiring Priya's attention — sorted by urgency.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1874519"/>
            <a:ext cx="219456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8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377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Total Escalations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1874519"/>
            <a:ext cx="2194560" cy="868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377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🔴 URGENT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1874519"/>
            <a:ext cx="2194560" cy="8686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377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🟠 HIGH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72600" y="1874519"/>
            <a:ext cx="2194560" cy="8686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377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⚠️ Fraud/Payment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9848" y="2834640"/>
            <a:ext cx="9601200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40280" y="2971800"/>
            <a:ext cx="54864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31720" y="2971800"/>
            <a:ext cx="9418320" cy="109728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23160" y="301752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ORD-10009   [URGENT]  STANDARD  fraud_alert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333756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Note: This order was placed on my account but I did not authorize it.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36576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2626"/>
                </a:solidFill>
              </a:rPr>
              <a:t>↳ Unauthorized transaction flagged — URGENT. Account security review required.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40280" y="4206240"/>
            <a:ext cx="54864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31720" y="4206240"/>
            <a:ext cx="9418320" cy="109728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23160" y="42519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ORD-10011   [URGENT]  PREMIUM  wrong_item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457200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Note: The sneakers in the box are size 9, I ordered size 11.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3160" y="489204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2626"/>
                </a:solidFill>
              </a:rPr>
              <a:t>↳ Premium customer received wrong item — bumped to URGENT. Immediate replacement required.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40280" y="5440680"/>
            <a:ext cx="54864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331720" y="5440680"/>
            <a:ext cx="9418320" cy="109728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23160" y="54864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ORD-10004   [URGENT]  STANDARD  payment_issue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580644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Note: I was charged twice for the same order, please reverse the duplicate.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23160" y="612648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2626"/>
                </a:solidFill>
              </a:rPr>
              <a:t>↳ Duplicate charge — money-movement rule → always escalate to Priya.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App — Page 4: Stats &amp; Eval  (Persona: Dev, Ops Manager)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103120" cy="5897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10515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📦 NorthPeak
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" y="1737360"/>
            <a:ext cx="201168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🎯 Triage a Ticket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" y="2148840"/>
            <a:ext cx="201168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📋 Queue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" y="2560320"/>
            <a:ext cx="201168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" y="2606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🚨 Priya's Escalations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" y="2971800"/>
            <a:ext cx="20116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3017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▸ 📊 Stats &amp; 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1005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3A5F"/>
                </a:solidFill>
              </a:rPr>
              <a:t>Queue Statistics &amp; Evaluation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1554480"/>
            <a:ext cx="182880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40280" y="1600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1984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554480"/>
            <a:ext cx="182880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20" y="1600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1984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→ Marcus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1554480"/>
            <a:ext cx="1828800" cy="7315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1600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1984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→ Priya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1554480"/>
            <a:ext cx="1828800" cy="7315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1600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1984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Flagged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21240" y="1554480"/>
            <a:ext cx="1828800" cy="7315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21240" y="1600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1984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Errors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9848" y="2395728"/>
            <a:ext cx="9601200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40280" y="2487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By Category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28529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fraud_alert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2898648"/>
            <a:ext cx="256032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28986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323697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refund_request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3282696"/>
            <a:ext cx="256032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2826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362102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damaged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0" y="3666744"/>
            <a:ext cx="219456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36667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40280" y="40050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payment_issue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0" y="4050792"/>
            <a:ext cx="219456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0760" y="40507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438912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wrong_item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0" y="4434840"/>
            <a:ext cx="182880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15000" y="4434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40280" y="47731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product_question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4818888"/>
            <a:ext cx="182880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15000" y="48188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40280" y="515721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subscription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40480" y="5202936"/>
            <a:ext cx="182880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15000" y="520293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40280" y="554126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delivery_delay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40480" y="5586984"/>
            <a:ext cx="182880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15000" y="558698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40280" y="592531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address_change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40480" y="5971032"/>
            <a:ext cx="1463039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49239" y="59710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40280" y="63093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cancel_request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40480" y="6355080"/>
            <a:ext cx="1463039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49239" y="6355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95160" y="2487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By Priority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95160" y="28529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</a:rPr>
              <a:t>URGENT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01000" y="2898648"/>
            <a:ext cx="22860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332720" y="28986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</a:rPr>
              <a:t>15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95160" y="351129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</a:rPr>
              <a:t>HIGH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01000" y="3557016"/>
            <a:ext cx="1828800" cy="3200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75520" y="355701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</a:rPr>
              <a:t>12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416966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8A04"/>
                </a:solidFill>
              </a:rPr>
              <a:t>MEDIUM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01000" y="4215384"/>
            <a:ext cx="3200400" cy="32004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247120" y="421538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8A04"/>
                </a:solidFill>
              </a:rPr>
              <a:t>21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95160" y="482803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</a:rPr>
              <a:t>LOW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001000" y="4873752"/>
            <a:ext cx="91440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961120" y="48737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69848" y="5532120"/>
            <a:ext cx="9601200" cy="25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240280" y="5577840"/>
            <a:ext cx="301752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331720" y="56235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Category Accuracy:  100% (12/12)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40680" y="5577840"/>
            <a:ext cx="301752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532120" y="56235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Priority Accuracy:  100% (12/12)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41080" y="5577840"/>
            <a:ext cx="301752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732520" y="56235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Route Accuracy:  100% (12/12)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Competencies Applied — Self-Assessment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352044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6984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Competency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1920" y="1005840"/>
            <a:ext cx="192024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1069848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Assessment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005840"/>
            <a:ext cx="598932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069848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Evidence / Reason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3520440" cy="8046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508760"/>
            <a:ext cx="33832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</a:rPr>
              <a:t>Spec Driven Development
Spec · Plan · Tasks · Implement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1417320"/>
            <a:ext cx="1920240" cy="8046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91940" y="1627632"/>
            <a:ext cx="1600200" cy="347472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91940" y="1673352"/>
            <a:ext cx="1600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Partially Applied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417320"/>
            <a:ext cx="5989320" cy="8046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490472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specs/personas.md defined the three personas; DESIGN_NOTE.md captured architecture
decisions — no formal Spec→Plan→Tasks→Implement loop tracked in the workflow.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258568"/>
            <a:ext cx="35204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350008"/>
            <a:ext cx="33832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</a:rPr>
              <a:t>AI-Powered Development
(Claude Code / GitHub Copilot)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2258568"/>
            <a:ext cx="19202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91940" y="2468880"/>
            <a:ext cx="160020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91940" y="2514600"/>
            <a:ext cx="1600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Applied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2258568"/>
            <a:ext cx="59893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33172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Claude Code was used throughout to build, debug, and iterate on the entire codebase.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099816"/>
            <a:ext cx="3520440" cy="8046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191256"/>
            <a:ext cx="33832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</a:rPr>
              <a:t>LLM Evaluation &amp; Interpretability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3099816"/>
            <a:ext cx="1920240" cy="8046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91940" y="3310128"/>
            <a:ext cx="160020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91940" y="3355848"/>
            <a:ext cx="1600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Applied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3099816"/>
            <a:ext cx="5989320" cy="8046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3172968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eval/evaluate.py + outputs/eval_results.json — 100% accuracy metrics, per-category
breakdown, and rationale trail on every ticket.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941064"/>
            <a:ext cx="35204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032504"/>
            <a:ext cx="33832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</a:rPr>
              <a:t>Agent Design &amp; Orchestration
(n8n, LangGraph, LangChain, LlamaIndex)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1920" y="3941064"/>
            <a:ext cx="19202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91940" y="4151376"/>
            <a:ext cx="160020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91940" y="4197096"/>
            <a:ext cx="1600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Applied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3941064"/>
            <a:ext cx="59893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4014216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Full LangGraph 5-node pipeline with conditional edges and deterministic policy engine.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782312"/>
            <a:ext cx="3520440" cy="8046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4873752"/>
            <a:ext cx="33832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</a:rPr>
              <a:t>Agentic Operations
— failure handling, recovery, observability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31920" y="4782312"/>
            <a:ext cx="1920240" cy="8046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91940" y="4992624"/>
            <a:ext cx="160020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91940" y="5038344"/>
            <a:ext cx="1600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Applied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4782312"/>
            <a:ext cx="5989320" cy="8046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4855464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src/observability/audit_logger.py, timestamped JSONL audit trail,
test_classify_failure_propagates test covering error propagation.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623560"/>
            <a:ext cx="35204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5715000"/>
            <a:ext cx="33832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</a:rPr>
              <a:t>AI Tool Integration &amp; Extensibility
(MCP, hooks, skills/tools)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31920" y="5623560"/>
            <a:ext cx="19202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091940" y="5833872"/>
            <a:ext cx="1600200" cy="347472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91940" y="5879592"/>
            <a:ext cx="1600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Partially Applied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0" y="5623560"/>
            <a:ext cx="59893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35040" y="5696712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src/tools/lookup_tool.py and draft_tool.py are custom tools wired into the agent
— no MCP server, hooks, or skills extensibility implemented.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Green = Applied  ·  Yellow = Partially Applied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Summary — What Was Delivered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9848" y="1280160"/>
            <a:ext cx="100584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430000" cy="822960"/>
          </a:xfrm>
          <a:prstGeom prst="rect">
            <a:avLst/>
          </a:prstGeom>
          <a:solidFill>
            <a:srgbClr val="16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9961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✅  64 / 64 unit tests passing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537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C8FF"/>
                </a:solidFill>
              </a:rPr>
              <a:t>3 test modules — policy engine, nodes, end-to-end graph.  Runtime: 1.02 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11430000" cy="822960"/>
          </a:xfrm>
          <a:prstGeom prst="rect">
            <a:avLst/>
          </a:prstGeom>
          <a:solidFill>
            <a:srgbClr val="1E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1401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✅  100% evaluation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7977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C8FF"/>
                </a:solidFill>
              </a:rPr>
              <a:t>12-ticket labeled dev set: perfect category, priority &amp; routing accuracy.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11430000" cy="822960"/>
          </a:xfrm>
          <a:prstGeom prst="rect">
            <a:avLst/>
          </a:prstGeom>
          <a:solidFill>
            <a:srgbClr val="16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32841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✅  54-ticket batch queue processed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9417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C8FF"/>
                </a:solidFill>
              </a:rPr>
              <a:t>36 → Marcus  ·  18 → Priya  ·  9 flagged  ·  94% high-confidence classifications.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06240"/>
            <a:ext cx="11430000" cy="822960"/>
          </a:xfrm>
          <a:prstGeom prst="rect">
            <a:avLst/>
          </a:prstGeom>
          <a:solidFill>
            <a:srgbClr val="1E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24281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✅  4-page Streamlit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60857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C8FF"/>
                </a:solidFill>
              </a:rPr>
              <a:t>Real-time triage · filterable queue · Priya's escalation view · stats &amp; eval page.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20640"/>
            <a:ext cx="11430000" cy="822960"/>
          </a:xfrm>
          <a:prstGeom prst="rect">
            <a:avLst/>
          </a:prstGeom>
          <a:solidFill>
            <a:srgbClr val="16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15721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✅  LangGraph 5-node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52297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C8FF"/>
                </a:solidFill>
              </a:rPr>
              <a:t>classify → route → draft/escalate → audit, with deterministic policy engine.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NorthPeak Order Triage Agent  ·  L2 Capstone  · 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